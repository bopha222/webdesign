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4E3E71-6AFD-47EE-9BFB-0F9B599D31D0}">
          <p14:sldIdLst>
            <p14:sldId id="256"/>
            <p14:sldId id="258"/>
          </p14:sldIdLst>
        </p14:section>
        <p14:section name="Untitled Section" id="{3E273FDF-3C7F-45F3-8D34-B62F6B885A9F}">
          <p14:sldIdLst>
            <p14:sldId id="257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41D8-58B4-4EB1-A20B-72EFFEA94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599" cy="1174505"/>
          </a:xfrm>
        </p:spPr>
        <p:txBody>
          <a:bodyPr>
            <a:normAutofit/>
          </a:bodyPr>
          <a:lstStyle/>
          <a:p>
            <a:r>
              <a:rPr lang="en-US" sz="3000" dirty="0"/>
              <a:t>Exercise 1 : </a:t>
            </a:r>
            <a:r>
              <a:rPr lang="en-US" sz="3000" b="0" i="0" dirty="0">
                <a:effectLst/>
                <a:latin typeface="Times New Roman" panose="02020603050405020304" pitchFamily="18" charset="0"/>
              </a:rPr>
              <a:t>Identify the needed flex containers to implement the bellow mockup.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87DE7-3BD8-4CC8-932A-67A452457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224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E3E3E3"/>
      </a:dk1>
      <a:lt1>
        <a:sysClr val="window" lastClr="171717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38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Exercise 1 : Identify the needed flex containers to implement the bellow mockup.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Bopha Seng</cp:lastModifiedBy>
  <cp:revision>2</cp:revision>
  <dcterms:created xsi:type="dcterms:W3CDTF">2024-08-04T11:27:57Z</dcterms:created>
  <dcterms:modified xsi:type="dcterms:W3CDTF">2025-11-11T08:07:13Z</dcterms:modified>
</cp:coreProperties>
</file>